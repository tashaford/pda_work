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89750" cy="100218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61" d="100"/>
          <a:sy n="161" d="100"/>
        </p:scale>
        <p:origin x="-300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8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8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35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67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98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2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98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07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9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67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91B9A-4264-44E4-A1D5-90C9433230D9}" type="datetimeFigureOut">
              <a:rPr lang="en-GB" smtClean="0"/>
              <a:t>27/07/2017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04EE-E514-46CF-B464-5467A0A45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7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9217"/>
            <a:ext cx="3528392" cy="3464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049" y="0"/>
            <a:ext cx="2592288" cy="3247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126729"/>
            <a:ext cx="2736304" cy="294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8" y="3933056"/>
            <a:ext cx="3566379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4" y="5476308"/>
            <a:ext cx="3172165" cy="1023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302" y="3717032"/>
            <a:ext cx="291115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676" y="5517232"/>
            <a:ext cx="2531666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15" y="3140968"/>
            <a:ext cx="2757250" cy="257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14" y="5589240"/>
            <a:ext cx="2997527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91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cp:lastModifiedBy>David</cp:lastModifiedBy>
  <cp:revision>3</cp:revision>
  <cp:lastPrinted>2017-07-27T18:36:40Z</cp:lastPrinted>
  <dcterms:created xsi:type="dcterms:W3CDTF">2017-07-27T18:23:08Z</dcterms:created>
  <dcterms:modified xsi:type="dcterms:W3CDTF">2017-07-27T19:01:49Z</dcterms:modified>
</cp:coreProperties>
</file>